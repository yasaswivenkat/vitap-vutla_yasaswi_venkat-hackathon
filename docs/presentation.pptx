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3725" y="2131060"/>
            <a:ext cx="7956550" cy="1470025"/>
          </a:xfrm>
        </p:spPr>
        <p:txBody>
          <a:bodyPr/>
          <a:lstStyle/>
          <a:p>
            <a:r>
              <a:t>The AI Risk Analyst:</a:t>
            </a:r>
            <a:br/>
            <a:r>
              <a:t> Unified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0745" y="3856990"/>
            <a:ext cx="7577455" cy="2233295"/>
          </a:xfrm>
        </p:spPr>
        <p:txBody>
          <a:bodyPr>
            <a:normAutofit fontScale="70000"/>
          </a:bodyPr>
          <a:lstStyle/>
          <a:p>
            <a:r>
              <a:t>Stress Testing, Index Rebalancing &amp; Enterprise Audit</a:t>
            </a:r>
          </a:p>
          <a:p/>
          <a:p>
            <a:r>
              <a:t>S&amp;P Global &amp; Crisil Campus Hackathon 2026</a:t>
            </a:r>
          </a:p>
          <a:p>
            <a:r>
              <a:t>Candidate Name: Vutla Yasaswi Venkat</a:t>
            </a:r>
          </a:p>
          <a:p>
            <a:r>
              <a:t>College: VIT-AP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Data Overload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955"/>
            <a:ext cx="8229600" cy="4955540"/>
          </a:xfrm>
        </p:spPr>
        <p:txBody>
          <a:bodyPr wrap="square">
            <a:noAutofit/>
          </a:bodyPr>
          <a:lstStyle/>
          <a:p>
            <a:r>
              <a:rPr sz="2800"/>
              <a:t>Imagine</a:t>
            </a:r>
            <a:r>
              <a:rPr lang="en-IN" sz="2800"/>
              <a:t> you are</a:t>
            </a:r>
            <a:r>
              <a:rPr sz="2800"/>
              <a:t> a risk manager at a global bank flooded with chaotic, conflicting news reports.</a:t>
            </a:r>
            <a:endParaRPr sz="2800"/>
          </a:p>
          <a:p>
            <a:r>
              <a:rPr sz="2800"/>
              <a:t>The painful reality: There is too much unstructured data for humans to read, analyze and act upon in real-time.</a:t>
            </a:r>
            <a:endParaRPr sz="2800"/>
          </a:p>
          <a:p>
            <a:r>
              <a:rPr sz="2800"/>
              <a:t>By the time a human analyst finishes reading the morning news, the market </a:t>
            </a:r>
            <a:r>
              <a:rPr lang="en-IN" sz="2800"/>
              <a:t>would have</a:t>
            </a:r>
            <a:r>
              <a:rPr sz="2800"/>
              <a:t> already crashed.</a:t>
            </a:r>
            <a:endParaRPr sz="2800"/>
          </a:p>
          <a:p>
            <a:r>
              <a:rPr sz="2800"/>
              <a:t>We don't need faster readers. We need a system that can read the internet and instantly tell us how much money we are about to lose.</a:t>
            </a:r>
            <a:endParaRPr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4000"/>
              <a:t>Our Solution</a:t>
            </a:r>
            <a:r>
              <a:rPr lang="en-IN" sz="4000"/>
              <a:t>:</a:t>
            </a:r>
            <a:r>
              <a:rPr sz="4000"/>
              <a:t> The AI-Driven Risk Analyst</a:t>
            </a:r>
            <a:endParaRPr sz="4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955"/>
            <a:ext cx="8229600" cy="5171440"/>
          </a:xfrm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IN" sz="2800"/>
              <a:t>Q. </a:t>
            </a:r>
            <a:r>
              <a:rPr sz="2800"/>
              <a:t>What if an analyst never slept</a:t>
            </a:r>
            <a:r>
              <a:rPr lang="en-IN" sz="2800"/>
              <a:t> and</a:t>
            </a:r>
            <a:r>
              <a:rPr sz="2800"/>
              <a:t> could read 10,000 articles a second and immediately quantif</a:t>
            </a:r>
            <a:r>
              <a:rPr lang="en-IN" sz="2800"/>
              <a:t>y</a:t>
            </a:r>
            <a:r>
              <a:rPr sz="2800"/>
              <a:t> risk?</a:t>
            </a:r>
            <a:endParaRPr sz="2800"/>
          </a:p>
          <a:p>
            <a:pPr marL="0" indent="0">
              <a:buNone/>
            </a:pPr>
            <a:r>
              <a:rPr lang="en-IN" sz="2800"/>
              <a:t>Sol: </a:t>
            </a:r>
            <a:r>
              <a:rPr sz="2800"/>
              <a:t>We built a unified platform that does exactly that:</a:t>
            </a:r>
            <a:endParaRPr sz="2800"/>
          </a:p>
          <a:p>
            <a:r>
              <a:rPr sz="2800"/>
              <a:t>1. It Listens: Ingests live, breaking global news feeds automatically.</a:t>
            </a:r>
            <a:endParaRPr sz="2800"/>
          </a:p>
          <a:p>
            <a:r>
              <a:rPr sz="2800"/>
              <a:t>2. It Thinks: Uses Google's Gemini AI to mathematically score the 'panic level' (Sentiment, Event Class, Impact Score).</a:t>
            </a:r>
            <a:endParaRPr sz="2800"/>
          </a:p>
          <a:p>
            <a:r>
              <a:rPr sz="2800"/>
              <a:t>3. It Acts: Automatically triggers mathematical stress tests against our banking portfolio based on those AI scores.</a:t>
            </a:r>
            <a:endParaRPr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Under the Hood: System Architecture</a:t>
            </a:r>
            <a:endParaRPr sz="4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955"/>
            <a:ext cx="8229600" cy="5078730"/>
          </a:xfrm>
        </p:spPr>
        <p:txBody>
          <a:bodyPr wrap="square">
            <a:noAutofit/>
          </a:bodyPr>
          <a:lstStyle/>
          <a:p>
            <a:r>
              <a:rPr sz="2800"/>
              <a:t>1. The Ears (Ingestion Layer): We aggressively pull real-time financial data via yfinance and global macro-events via NewsAPI.</a:t>
            </a:r>
            <a:endParaRPr sz="2800"/>
          </a:p>
          <a:p>
            <a:r>
              <a:rPr sz="2800"/>
              <a:t>2. The Brain (NLP Engine): Unstructured text goes straight to Gemini 3.8 Flash.</a:t>
            </a:r>
            <a:endParaRPr sz="2800"/>
          </a:p>
          <a:p>
            <a:r>
              <a:rPr sz="2800"/>
              <a:t>   - We use Structured Outputs (JSON Schema) to force the AI to return strict, valid mathematical numbers every single time.</a:t>
            </a:r>
            <a:endParaRPr sz="2800"/>
          </a:p>
          <a:p>
            <a:r>
              <a:rPr sz="2800"/>
              <a:t>3. The Memory (Compliance Layer): Every single decision the AI makes is permanently recorded to a secure CSV audit log for enterprise compliance.</a:t>
            </a:r>
            <a:endParaRPr sz="2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3600"/>
              <a:t>The Dashboard: Actionable Intelligence</a:t>
            </a:r>
            <a:endParaRPr sz="36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05560"/>
            <a:ext cx="8229600" cy="4525963"/>
          </a:xfrm>
        </p:spPr>
        <p:txBody>
          <a:bodyPr wrap="square">
            <a:noAutofit/>
          </a:bodyPr>
          <a:lstStyle/>
          <a:p>
            <a:r>
              <a:rPr sz="2800"/>
              <a:t>Module A (Tactical Rebalancing): Dynamically reweights a live stock index based on AI sentiment extraction.</a:t>
            </a:r>
            <a:endParaRPr sz="2800"/>
          </a:p>
          <a:p>
            <a:r>
              <a:rPr sz="2800"/>
              <a:t>Module B (Live Stress Testing): Detects breaking news, assigns Impact Scores and visualizes portfolio hit.</a:t>
            </a:r>
            <a:endParaRPr sz="2800"/>
          </a:p>
          <a:p>
            <a:r>
              <a:rPr sz="2800"/>
              <a:t>Module C (Historical Backtesting): Proves survival using past crises (e.g., the 2023 Silicon Valley Bank collapse).</a:t>
            </a:r>
            <a:endParaRPr sz="2800"/>
          </a:p>
          <a:p>
            <a:r>
              <a:rPr sz="2800"/>
              <a:t>Module D (Enterprise Audit): A dedicated compliance tracker proving to regulators exactly why the AI made a decision.</a:t>
            </a:r>
            <a:endParaRPr sz="28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Matters (Domain Impact)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0" indent="0">
              <a:buNone/>
            </a:pPr>
            <a:r>
              <a:rPr lang="en-IN" sz="2800"/>
              <a:t>      </a:t>
            </a:r>
            <a:r>
              <a:rPr sz="2800"/>
              <a:t>This is a fundamental shift in how S&amp;P Global and Crisil can assess risk:</a:t>
            </a:r>
            <a:endParaRPr sz="2800"/>
          </a:p>
          <a:p>
            <a:r>
              <a:rPr sz="2800"/>
              <a:t>Speed is Money: </a:t>
            </a:r>
            <a:r>
              <a:rPr lang="en-IN" sz="2800"/>
              <a:t>It a</a:t>
            </a:r>
            <a:r>
              <a:rPr sz="2800"/>
              <a:t>llows banks to simulate financial impacts of breaking events before the market reacts.</a:t>
            </a:r>
            <a:endParaRPr sz="2800"/>
          </a:p>
          <a:p>
            <a:r>
              <a:rPr sz="2800"/>
              <a:t>Total Objectivity: </a:t>
            </a:r>
            <a:r>
              <a:rPr lang="en-IN" sz="2800"/>
              <a:t>It r</a:t>
            </a:r>
            <a:r>
              <a:rPr sz="2800"/>
              <a:t>emoves human emotion and panic from event categorization.</a:t>
            </a:r>
            <a:endParaRPr sz="2800"/>
          </a:p>
          <a:p>
            <a:r>
              <a:rPr sz="2800"/>
              <a:t>Massive Scalability: </a:t>
            </a:r>
            <a:r>
              <a:rPr lang="en-IN" sz="2800"/>
              <a:t>It d</a:t>
            </a:r>
            <a:r>
              <a:rPr sz="2800"/>
              <a:t>oes the work of an entire floor of junior analysts, converting vague geopolitical news into hard Value-at-Risk numbers instantly.</a:t>
            </a:r>
            <a:endParaRPr sz="2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Future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0" indent="0">
              <a:buNone/>
            </a:pPr>
            <a:r>
              <a:rPr sz="2800"/>
              <a:t>Next Steps for Production:</a:t>
            </a:r>
            <a:endParaRPr sz="2800"/>
          </a:p>
          <a:p>
            <a:r>
              <a:rPr sz="2800"/>
              <a:t>1. The Firehose: Upgrade the ingestion layer to Bloomberg or GDELT terminal streams for microsecond latency.</a:t>
            </a:r>
            <a:endParaRPr sz="2800"/>
          </a:p>
          <a:p>
            <a:r>
              <a:rPr sz="2800"/>
              <a:t>2. Dynamic Value-at-Risk (VaR): Replace heuristic shocks with complex derivative and options pricing models to calculate non-linear market impacts.</a:t>
            </a:r>
            <a:endParaRPr sz="2800"/>
          </a:p>
          <a:p>
            <a:pPr marL="0" indent="0">
              <a:buNone/>
            </a:pPr>
            <a:r>
              <a:rPr sz="2800"/>
              <a:t>The future of risk management is instant, automated and AI-driven</a:t>
            </a:r>
            <a:r>
              <a:rPr lang="en-IN" sz="2800"/>
              <a:t>.</a:t>
            </a:r>
            <a:endParaRPr lang="en-IN" sz="2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2963</Words>
  <Application>WPS Presentation</Application>
  <PresentationFormat>On-screen Show (4:3)</PresentationFormat>
  <Paragraphs>51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Office Theme</vt:lpstr>
      <vt:lpstr>The AI Risk Analyst: Unified Intelligence</vt:lpstr>
      <vt:lpstr>The Problem: Data Overload</vt:lpstr>
      <vt:lpstr>Our Solution: The AI-Driven Risk Analyst</vt:lpstr>
      <vt:lpstr>Under the Hood: System Architecture</vt:lpstr>
      <vt:lpstr>The Dashboard: Actionable Intelligence</vt:lpstr>
      <vt:lpstr>Why This Matters (Domain Impact)</vt:lpstr>
      <vt:lpstr>The Future Vision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yasas</cp:lastModifiedBy>
  <cp:revision>5</cp:revision>
  <dcterms:created xsi:type="dcterms:W3CDTF">2013-01-27T09:14:00Z</dcterms:created>
  <dcterms:modified xsi:type="dcterms:W3CDTF">2026-10-09T09:05:39Z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2DB29E99A6E14F2EA96DD14BB0A4AB7C_12</vt:lpwstr>
  </property>
  <property fmtid="{D5CDD505-2E9C-101B-9397-08002B2CF9AE}" pid="3" name="KSOProductBuildVer">
    <vt:lpwstr>1033-12.1.0.28485</vt:lpwstr>
  </property>
</Properties>
</file>